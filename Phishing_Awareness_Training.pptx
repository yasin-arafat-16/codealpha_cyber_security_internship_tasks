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1136" y="2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Protect Yourself from Online </a:t>
            </a:r>
            <a:r>
              <a:rPr dirty="0" smtClean="0"/>
              <a:t>Threats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Understanding Attacks and Protecting Digital </a:t>
            </a:r>
            <a:r>
              <a:rPr lang="en-US" dirty="0" smtClean="0"/>
              <a:t>Identity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Prepared by:</a:t>
            </a:r>
            <a:r>
              <a:rPr lang="en-US" dirty="0"/>
              <a:t> Yasin Arafat</a:t>
            </a:r>
          </a:p>
          <a:p>
            <a:pPr marL="0" indent="0" algn="ctr">
              <a:buNone/>
            </a:pPr>
            <a:r>
              <a:rPr lang="en-US" b="1" dirty="0"/>
              <a:t>Internship Provider:</a:t>
            </a:r>
            <a:r>
              <a:rPr lang="en-US" dirty="0"/>
              <a:t> </a:t>
            </a:r>
            <a:r>
              <a:rPr lang="en-US" dirty="0" err="1"/>
              <a:t>CodeAlpha</a:t>
            </a:r>
            <a:endParaRPr lang="en-US" dirty="0"/>
          </a:p>
          <a:p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 attack</a:t>
            </a:r>
          </a:p>
          <a:p>
            <a:r>
              <a:t>Attackers pretend to be trusted sources</a:t>
            </a:r>
          </a:p>
          <a:p>
            <a:r>
              <a:t>Goal: steal sensitive data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Phishing</a:t>
            </a:r>
          </a:p>
          <a:p>
            <a:r>
              <a:t>Spear Phishing</a:t>
            </a:r>
          </a:p>
          <a:p>
            <a:r>
              <a:t>Smishing (SMS)</a:t>
            </a:r>
          </a:p>
          <a:p>
            <a:r>
              <a:t>Vishing (Voice)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Psychological manipulation</a:t>
            </a:r>
          </a:p>
          <a:p>
            <a:r>
              <a:t>Tricks users into giving confidential information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Social Engineering?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Urgency</a:t>
            </a:r>
          </a:p>
          <a:p>
            <a:r>
              <a:t>Authority</a:t>
            </a:r>
          </a:p>
          <a:p>
            <a:r>
              <a:t>Fear</a:t>
            </a:r>
          </a:p>
          <a:p>
            <a:r>
              <a:t>Curiosity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Tactics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Suspicious sender</a:t>
            </a:r>
          </a:p>
          <a:p>
            <a:r>
              <a:t>Generic greetings</a:t>
            </a:r>
          </a:p>
          <a:p>
            <a:r>
              <a:t>Spelling mistakes</a:t>
            </a:r>
          </a:p>
          <a:p>
            <a:r>
              <a:t>Urgent tone</a:t>
            </a:r>
          </a:p>
          <a:p>
            <a:r>
              <a:t>Unknown links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Recognize Phishing Emails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URL</a:t>
            </a:r>
          </a:p>
          <a:p>
            <a:r>
              <a:t>No HTTPS</a:t>
            </a:r>
          </a:p>
          <a:p>
            <a:r>
              <a:t>Poor design</a:t>
            </a:r>
          </a:p>
          <a:p>
            <a:r>
              <a:t>Requests sensitive info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 Fake Websites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unknown links</a:t>
            </a:r>
          </a:p>
          <a:p>
            <a:r>
              <a:t>Verify sender</a:t>
            </a:r>
          </a:p>
          <a:p>
            <a:r>
              <a:t>Strong passwords</a:t>
            </a:r>
          </a:p>
          <a:p>
            <a:r>
              <a:t>Enable 2FA</a:t>
            </a:r>
          </a:p>
          <a:p>
            <a:r>
              <a:t>Update software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bank email asking for password reset</a:t>
            </a:r>
          </a:p>
          <a:p>
            <a:r>
              <a:t>Leads to fake site</a:t>
            </a:r>
          </a:p>
          <a:p>
            <a:r>
              <a:t>Credentials stolen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asks for password. What to do?</a:t>
            </a:r>
          </a:p>
          <a:p>
            <a:r>
              <a:t>A) Reply</a:t>
            </a:r>
          </a:p>
          <a:p>
            <a:r>
              <a:t>B) Ignore/report</a:t>
            </a:r>
          </a:p>
          <a:p>
            <a:r>
              <a:t>C) Click link</a:t>
            </a:r>
          </a:p>
          <a:p>
            <a:r>
              <a:t>Answer: B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is phishing sign?</a:t>
            </a:r>
          </a:p>
          <a:p>
            <a:r>
              <a:t>A) HTTPS</a:t>
            </a:r>
          </a:p>
          <a:p>
            <a:r>
              <a:t>B) Official domain</a:t>
            </a:r>
          </a:p>
          <a:p>
            <a:r>
              <a:t>C) Urgent threat</a:t>
            </a:r>
          </a:p>
          <a:p>
            <a:r>
              <a:t>Answer: 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preventable</a:t>
            </a:r>
          </a:p>
          <a:p>
            <a:r>
              <a:t>Verify before trusting</a:t>
            </a:r>
          </a:p>
          <a:p>
            <a:r>
              <a:t>Stay alert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Safe Online!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</TotalTime>
  <Words>191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Phishing Awareness Training</vt:lpstr>
      <vt:lpstr>What is Phishing?</vt:lpstr>
      <vt:lpstr>Types of Phishing</vt:lpstr>
      <vt:lpstr>What is Social Engineering?</vt:lpstr>
      <vt:lpstr>Common Tactics</vt:lpstr>
      <vt:lpstr>Recognize Phishing Emails</vt:lpstr>
      <vt:lpstr>Identify Fake Websites</vt:lpstr>
      <vt:lpstr>Best Practices</vt:lpstr>
      <vt:lpstr>Real-World Example</vt:lpstr>
      <vt:lpstr>Quiz 1</vt:lpstr>
      <vt:lpstr>Quiz 2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/>
  <dc:creator/>
  <cp:keywords/>
  <dc:description>generated using python-pptx</dc:description>
  <cp:lastModifiedBy>king</cp:lastModifiedBy>
  <cp:revision>3</cp:revision>
  <dcterms:created xsi:type="dcterms:W3CDTF">2013-01-27T09:14:16Z</dcterms:created>
  <dcterms:modified xsi:type="dcterms:W3CDTF">2026-04-16T11:54:28Z</dcterms:modified>
  <cp:category/>
</cp:coreProperties>
</file>